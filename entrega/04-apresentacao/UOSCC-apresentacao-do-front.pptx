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51d41d0b2d4de2" /><Relationship Type="http://schemas.openxmlformats.org/officeDocument/2006/relationships/extended-properties" Target="/docProps/app.xml" Id="Re57dd2ea63e642e4" /><Relationship Type="http://schemas.openxmlformats.org/officeDocument/2006/relationships/officeDocument" Target="/ppt/presentation.xml" Id="R760899a7f2a5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ace98e1362449a"/>
  </p:sldMasterIdLst>
  <p:notesMasterIdLst>
    <p:notesMasterId xmlns:r="http://schemas.openxmlformats.org/officeDocument/2006/relationships" r:id="Rf9729ff9f1234d7d"/>
  </p:notesMasterIdLst>
  <p:sldIdLst>
    <p:sldId xmlns:r="http://schemas.openxmlformats.org/officeDocument/2006/relationships" id="256" r:id="Re4c269f83f224cd7"/>
    <p:sldId xmlns:r="http://schemas.openxmlformats.org/officeDocument/2006/relationships" id="257" r:id="Rd89546b8b0fe43b8"/>
    <p:sldId xmlns:r="http://schemas.openxmlformats.org/officeDocument/2006/relationships" id="258" r:id="R12147a4fcf6a4c1e"/>
    <p:sldId xmlns:r="http://schemas.openxmlformats.org/officeDocument/2006/relationships" id="259" r:id="R646f460426d0428f"/>
    <p:sldId xmlns:r="http://schemas.openxmlformats.org/officeDocument/2006/relationships" id="260" r:id="R441ebf4bbee54a09"/>
    <p:sldId xmlns:r="http://schemas.openxmlformats.org/officeDocument/2006/relationships" id="261" r:id="Rf64d36d3688042be"/>
    <p:sldId xmlns:r="http://schemas.openxmlformats.org/officeDocument/2006/relationships" id="262" r:id="R62f3916aff9d4ff4"/>
    <p:sldId xmlns:r="http://schemas.openxmlformats.org/officeDocument/2006/relationships" id="263" r:id="Rc1713a3ee6f14fe2"/>
    <p:sldId xmlns:r="http://schemas.openxmlformats.org/officeDocument/2006/relationships" id="264" r:id="Rb5044840a0d44ba6"/>
    <p:sldId xmlns:r="http://schemas.openxmlformats.org/officeDocument/2006/relationships" id="265" r:id="R6d3834bf35fa4c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a873288ae47e2" /><Relationship Type="http://schemas.openxmlformats.org/officeDocument/2006/relationships/slideMaster" Target="/ppt/slideMasters/slideMaster1.xml" Id="Rc9ace98e1362449a" /><Relationship Type="http://schemas.openxmlformats.org/officeDocument/2006/relationships/notesMaster" Target="/ppt/notesMasters/notesMaster1.xml" Id="Rf9729ff9f1234d7d" /><Relationship Type="http://schemas.openxmlformats.org/officeDocument/2006/relationships/presProps" Target="/ppt/presProps.xml" Id="Rfb618d771e6e4745" /><Relationship Type="http://schemas.openxmlformats.org/officeDocument/2006/relationships/tableStyles" Target="/ppt/tableStyles.xml" Id="Rb7ea9bb9692d4a63" /><Relationship Type="http://schemas.openxmlformats.org/officeDocument/2006/relationships/slide" Target="/ppt/slides/slide1.xml" Id="Re4c269f83f224cd7" /><Relationship Type="http://schemas.openxmlformats.org/officeDocument/2006/relationships/slide" Target="/ppt/slides/slide2.xml" Id="Rd89546b8b0fe43b8" /><Relationship Type="http://schemas.openxmlformats.org/officeDocument/2006/relationships/slide" Target="/ppt/slides/slide3.xml" Id="R12147a4fcf6a4c1e" /><Relationship Type="http://schemas.openxmlformats.org/officeDocument/2006/relationships/slide" Target="/ppt/slides/slide4.xml" Id="R646f460426d0428f" /><Relationship Type="http://schemas.openxmlformats.org/officeDocument/2006/relationships/slide" Target="/ppt/slides/slide5.xml" Id="R441ebf4bbee54a09" /><Relationship Type="http://schemas.openxmlformats.org/officeDocument/2006/relationships/slide" Target="/ppt/slides/slide6.xml" Id="Rf64d36d3688042be" /><Relationship Type="http://schemas.openxmlformats.org/officeDocument/2006/relationships/slide" Target="/ppt/slides/slide7.xml" Id="R62f3916aff9d4ff4" /><Relationship Type="http://schemas.openxmlformats.org/officeDocument/2006/relationships/slide" Target="/ppt/slides/slide8.xml" Id="Rc1713a3ee6f14fe2" /><Relationship Type="http://schemas.openxmlformats.org/officeDocument/2006/relationships/slide" Target="/ppt/slides/slide9.xml" Id="Rb5044840a0d44ba6" /><Relationship Type="http://schemas.openxmlformats.org/officeDocument/2006/relationships/slide" Target="/ppt/slides/slide10.xml" Id="R6d3834bf35fa4c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c05032562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9247ce42d4f06" /><Relationship Type="http://schemas.openxmlformats.org/officeDocument/2006/relationships/notesMaster" Target="/ppt/notesMasters/notesMaster1.xml" Id="Re4c579e4888f4e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dda3a2f91441cc" /><Relationship Type="http://schemas.openxmlformats.org/officeDocument/2006/relationships/notesMaster" Target="/ppt/notesMasters/notesMaster1.xml" Id="R6244048393fd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fd56f713f04f37" /><Relationship Type="http://schemas.openxmlformats.org/officeDocument/2006/relationships/notesMaster" Target="/ppt/notesMasters/notesMaster1.xml" Id="Rc122d80e4f9847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232e8aca04163" /><Relationship Type="http://schemas.openxmlformats.org/officeDocument/2006/relationships/notesMaster" Target="/ppt/notesMasters/notesMaster1.xml" Id="R4e998d6accf445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fad67d06d2483c" /><Relationship Type="http://schemas.openxmlformats.org/officeDocument/2006/relationships/notesMaster" Target="/ppt/notesMasters/notesMaster1.xml" Id="R8ed834e87b334b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cae8ffc51447f" /><Relationship Type="http://schemas.openxmlformats.org/officeDocument/2006/relationships/notesMaster" Target="/ppt/notesMasters/notesMaster1.xml" Id="Re385c6ebb839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0a147c5b0a4637" /><Relationship Type="http://schemas.openxmlformats.org/officeDocument/2006/relationships/notesMaster" Target="/ppt/notesMasters/notesMaster1.xml" Id="R770535e645fc42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24003a13144b2c" /><Relationship Type="http://schemas.openxmlformats.org/officeDocument/2006/relationships/notesMaster" Target="/ppt/notesMasters/notesMaster1.xml" Id="R9f448f573e204b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04afbc3a8a409f" /><Relationship Type="http://schemas.openxmlformats.org/officeDocument/2006/relationships/notesMaster" Target="/ppt/notesMasters/notesMaster1.xml" Id="Ref554e065a704c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e1eda9054e4fbe" /><Relationship Type="http://schemas.openxmlformats.org/officeDocument/2006/relationships/notesMaster" Target="/ppt/notesMasters/notesMaster1.xml" Id="R9fd46f7b9684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objetivo do Grupo C. Esta apresentação descreve o front demonstrativo em 15/10/2026, não um sistema integrado concluído. Integrantes, professor e data da defesa ainda precisam de confirmação. Fonte: Grupo_C_Proposta_3.pdf, páginas 1, 4 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Grupo_C_Proposta_3.pdf, páginas 4 a 6. Explicar que o desafio concentra informações públicas e dispensa cadastro para consultar. Tempo sugerido: 45 segundos.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recursos/views/eventos/index.blade.php; recursos/js/app.js; entrega/01-revisao/REVISAO.md. Captura real do navegador em 15/10/2026. Demonstrar filtros, ausência de resultados e limpeza. Datas dos exemplos podem vencer após 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recursos/views/eventos/show.blade.php; app/ActivityRegistration.php; entrega/01-revisao/REVISAO.md. A validação é demonstrativa, sem nova integração ou persistência. Não apresentar envio como vaga garantida. Mostrar os exemplos aberto, encerrado e lotado.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recursos/views/espacos/index.blade.php; componentes/space-card.blade.php; entrega/01-revisao/REVISAO.md. Captura real de 15/10/2026. Demonstrar capacidade 40 e Wi-Fi, depois região Centro sem resultados. Solicitação não é confirmação de disponibilidade.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recursos/views/organizacoes/show.blade.php e entrega/02-conteudo-e-regras/COLETA-DE-DADOS.md. Captura real mobile. Manter quatro perfis originais, sem inventar as duas OSCs que faltam. Os contatos e imagens oficiais não foram recebidos.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recursos/views/apoiadores.blade.php; entrega/02-conteudo-e-regras/REGRAS-PARA-VALIDACAO.md. A área é informativa, sem autenticação e sem dados privados. Os limites precisam ser aprovados antes da implementação.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entrega/01-revisao/REVISAO.md e verificacao-paginas.json. Foram percorridas 17 páginas em dois tamanhos. A revisão usou Chromium no navegador do Codex, não aparelhos físicos ou todos os navegadores. 42 testes e 134 assertions passaram na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Grupo_C_Proposta_3.pdf, página 4; entrega/02-conteudo-e-regras/REGRAS-PARA-VALIDACAO.md. São propostas, não regras aprovadas. Perguntar quem registra a aprovação. Não afirmar que reservas ou inscrições são persistidas.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Grupo_C_Proposta_3.pdf, páginas 6 e 7; entrega/03-demonstracao/ESCOPO-E-LIMITACOES.md. Separar conclusão do front de conclusão do MVP. Nenhum push realizado nesta rodada. Usar roteiro de ensaio de oito minutos, ajustável ao tempo do professor.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6e59fd4174f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b2f4d077e4d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cc542c7c84e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4c637346443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d92b09bfc43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6a431777a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36C027-51A7-4BC1-80E7-3112E60E5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E6CA7C-E0B6-4165-9260-EDA5D387E0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7846C9-2623-46D7-A586-DF3C6CDB7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D55768-B11B-496A-9732-1F8D47094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96415B-BCF7-4B48-AD98-19ED7B76B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05313A-D3DD-4626-AA65-430EEC9DB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6F8749-68B7-4438-9D0C-B403DC4C9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CC0798-2B9F-45B6-B0D7-ECEDBE2841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275914-F41B-4E28-B699-505888EDF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135DDB-600F-4EC7-BE47-1F09475810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19aa4b9dd04446" /><Relationship Type="http://schemas.openxmlformats.org/officeDocument/2006/relationships/slideLayout" Target="/ppt/slideLayouts/slideLayout1.xml" Id="R83ccb92c801e48d3" /><Relationship Type="http://schemas.openxmlformats.org/officeDocument/2006/relationships/slideLayout" Target="/ppt/slideLayouts/slideLayout2.xml" Id="R066dbcbc86c241bf" /><Relationship Type="http://schemas.openxmlformats.org/officeDocument/2006/relationships/slideLayout" Target="/ppt/slideLayouts/slideLayout3.xml" Id="Ree85f5bb3af9482c" /><Relationship Type="http://schemas.openxmlformats.org/officeDocument/2006/relationships/slideLayout" Target="/ppt/slideLayouts/slideLayout4.xml" Id="R33fd89d19c05419e" /><Relationship Type="http://schemas.openxmlformats.org/officeDocument/2006/relationships/slideLayout" Target="/ppt/slideLayouts/slideLayout5.xml" Id="Rcd641ab317fc4788" /><Relationship Type="http://schemas.openxmlformats.org/officeDocument/2006/relationships/slideLayout" Target="/ppt/slideLayouts/slideLayout6.xml" Id="R93c6b8a90cb0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cb92c801e48d3"/>
    <p:sldLayoutId xmlns:r="http://schemas.openxmlformats.org/officeDocument/2006/relationships" id="2147483650" r:id="R066dbcbc86c241bf"/>
    <p:sldLayoutId xmlns:r="http://schemas.openxmlformats.org/officeDocument/2006/relationships" id="2147483651" r:id="Ree85f5bb3af9482c"/>
    <p:sldLayoutId xmlns:r="http://schemas.openxmlformats.org/officeDocument/2006/relationships" id="2147483652" r:id="R33fd89d19c05419e"/>
    <p:sldLayoutId xmlns:r="http://schemas.openxmlformats.org/officeDocument/2006/relationships" id="2147483653" r:id="Rcd641ab317fc4788"/>
    <p:sldLayoutId xmlns:r="http://schemas.openxmlformats.org/officeDocument/2006/relationships" id="2147483654" r:id="R93c6b8a90cb0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5da7002d04ddd" /><Relationship Type="http://schemas.openxmlformats.org/officeDocument/2006/relationships/notesSlide" Target="/ppt/notesSlides/notesSlide1.xml" Id="R4d10accdd50a42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2752c2b0545cb" /><Relationship Type="http://schemas.openxmlformats.org/officeDocument/2006/relationships/notesSlide" Target="/ppt/notesSlides/notesSlide2.xml" Id="R294a083f6a7f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07f5971374daf" /><Relationship Type="http://schemas.openxmlformats.org/officeDocument/2006/relationships/image" Target="/ppt/media/image.jpeg" Id="Rd852e4034a0e4a73" /><Relationship Type="http://schemas.openxmlformats.org/officeDocument/2006/relationships/notesSlide" Target="/ppt/notesSlides/notesSlide3.xml" Id="R04e3ccc34993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05046e8fb47c3" /><Relationship Type="http://schemas.openxmlformats.org/officeDocument/2006/relationships/notesSlide" Target="/ppt/notesSlides/notesSlide4.xml" Id="R63f1d8a3a2a1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0bea975a94a07" /><Relationship Type="http://schemas.openxmlformats.org/officeDocument/2006/relationships/image" Target="/ppt/media/image2.jpeg" Id="R620317fa9e7a4d9f" /><Relationship Type="http://schemas.openxmlformats.org/officeDocument/2006/relationships/notesSlide" Target="/ppt/notesSlides/notesSlide5.xml" Id="R65738678a59240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19b8280b0406c" /><Relationship Type="http://schemas.openxmlformats.org/officeDocument/2006/relationships/image" Target="/ppt/media/image3.jpeg" Id="R50294701d5f14559" /><Relationship Type="http://schemas.openxmlformats.org/officeDocument/2006/relationships/notesSlide" Target="/ppt/notesSlides/notesSlide6.xml" Id="Rb44e060625b944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b8168c58f42df" /><Relationship Type="http://schemas.openxmlformats.org/officeDocument/2006/relationships/image" Target="/ppt/media/image4.jpeg" Id="R92ffde2d7c0b43e5" /><Relationship Type="http://schemas.openxmlformats.org/officeDocument/2006/relationships/notesSlide" Target="/ppt/notesSlides/notesSlide7.xml" Id="Rb2408c15d54d4f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a3df57ecf40d2" /><Relationship Type="http://schemas.openxmlformats.org/officeDocument/2006/relationships/notesSlide" Target="/ppt/notesSlides/notesSlide8.xml" Id="Rada63c003cfc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af4858f514052" /><Relationship Type="http://schemas.openxmlformats.org/officeDocument/2006/relationships/notesSlide" Target="/ppt/notesSlides/notesSlide9.xml" Id="R536a6e0f2a6b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dcb229ee5473c" /><Relationship Type="http://schemas.openxmlformats.org/officeDocument/2006/relationships/notesSlide" Target="/ppt/notesSlides/notesSlide10.xml" Id="R930426427317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EC9B9-3917-4408-B863-43D05AFF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7EC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7EC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ECCB"/>
                </a:solidFill>
                <a:latin typeface="Arial"/>
                <a:ea typeface="Arial"/>
                <a:cs typeface="Arial"/>
              </a:rPr>
              <a:t>UOSCC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14AB0-475F-4756-BF41-C840CE4F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Consulta pública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 rede de OSCs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8391E-55D3-48E4-9C9D-33C72366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C, Proposta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A3F78-B322-40C3-9C0D-A0D310E3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3E9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3E9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3E9DC"/>
                </a:solidFill>
                <a:latin typeface="Arial"/>
                <a:ea typeface="Arial"/>
                <a:cs typeface="Arial"/>
              </a:rPr>
              <a:t>Protótipo de front em revisão</a:t>
            </a:r>
          </a:p>
          <a:p xmlns:a="http://schemas.openxmlformats.org/drawingml/2006/main">
            <a:pPr>
              <a:defRPr sz="1950" b="0">
                <a:solidFill>
                  <a:srgbClr val="D3E9D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3E9DC"/>
                </a:solidFill>
                <a:latin typeface="Arial"/>
                <a:ea typeface="Arial"/>
                <a:cs typeface="Arial"/>
              </a:rPr>
              <a:t>Demonstração com dados fictícios</a:t>
            </a:r>
          </a:p>
        </p:txBody>
      </p:sp>
    </p:spTree>
    <p:extLst>
      <p:ext uri="{BB962C8B-B14F-4D97-AF65-F5344CB8AC3E}">
        <p14:creationId xmlns:p14="http://schemas.microsoft.com/office/powerpoint/2010/main" val="1011394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AA91B-767D-4448-B540-01FFC47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O problema da consulta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EDB0-8C27-4496-92B7-6BE7750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1FEB8-DB09-4B41-9EF7-330D2F9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E98C2-CCF6-48BD-B640-256300B0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Informações espalhadas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728F8-CCDE-4187-B93B-006E9D90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Cada organização divulga atividades em canais próprios. O público pode perder eventos e prazos.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F59D-EC78-4987-B985-C6F13FB7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Um lugar para descobrir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F9FE7-2CAE-44F0-824D-FC38C507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Eventos e projetos, inscrições e espaços para atividades, com perfis das OSCs e consulta sem login.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EEBB1-77C0-4D44-8315-8248451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O documento prevê seis OSCs. O protótipo mantém quatro exemplos até a equipe confirmar o conteúdo oficial.</a:t>
            </a:r>
          </a:p>
        </p:txBody>
      </p:sp>
    </p:spTree>
    <p:extLst>
      <p:ext uri="{BB962C8B-B14F-4D97-AF65-F5344CB8AC3E}">
        <p14:creationId xmlns:p14="http://schemas.microsoft.com/office/powerpoint/2010/main" val="1857991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E81C3-D088-42B5-BB6D-E5460B5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Descoberta de eventos e projetos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3FB0B-AE49-4A51-8136-4E29E9A2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29DEC-9751-42CA-B05B-8B49CE27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1A35D-3A30-4081-A84B-8F8F80168E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e4034a0e4a73"/>
          <a:stretch xmlns:a="http://schemas.openxmlformats.org/drawingml/2006/main"/>
        </p:blipFill>
        <p:spPr>
          <a:xfrm xmlns:a="http://schemas.openxmlformats.org/drawingml/2006/main">
            <a:off x="1047245" y="1524000"/>
            <a:ext cx="6649460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7A3D-45C2-43EF-BE22-939BE691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Filtros combinados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FA248-D871-4B2D-A0BC-1022F29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3000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OSC, categoria, data, região e natureza da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0A2F7-2B82-4A13-8B58-E20A3B5A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Inscrições abertas, contagem de resultados e limpeza dos filtros.</a:t>
            </a:r>
          </a:p>
        </p:txBody>
      </p:sp>
    </p:spTree>
    <p:extLst>
      <p:ext uri="{BB962C8B-B14F-4D97-AF65-F5344CB8AC3E}">
        <p14:creationId xmlns:p14="http://schemas.microsoft.com/office/powerpoint/2010/main" val="764015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4C6DF-4555-4F5D-9C22-100F635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Inscrições no protótipo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CF6DA-2D25-404A-97CA-FF500245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7CB2-C360-4289-83B2-1CB60807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AC448-E5B4-4718-9BFC-670265C2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O visitante consegue consultar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63AEE-55D1-4ED7-9F9E-9343805E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38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Data e local da atividade</a:t>
            </a:r>
          </a:p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Prazo de inscrição no horário da Bahia</a:t>
            </a:r>
          </a:p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Vagas restantes e situação da inscrição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5E56F-EF47-4904-A5DF-08AEC1ED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82510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82510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2510B"/>
                </a:solidFill>
                <a:latin typeface="Arial"/>
                <a:ea typeface="Arial"/>
                <a:cs typeface="Arial"/>
              </a:rPr>
              <a:t>Os formulários validam os campos e informam que o envio é uma simulação. Nenhuma inscrição é salva e nenhuma vaga é ocupada.</a:t>
            </a:r>
          </a:p>
        </p:txBody>
      </p:sp>
    </p:spTree>
    <p:extLst>
      <p:ext uri="{BB962C8B-B14F-4D97-AF65-F5344CB8AC3E}">
        <p14:creationId xmlns:p14="http://schemas.microsoft.com/office/powerpoint/2010/main" val="1246329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34B84-28F3-4995-A801-79BB03E5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Consulta e solicitação de espaços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23BEB-54D8-4E3A-A439-1ED6FFB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213EA-52CA-4843-8BB5-E408180E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52584-1064-4150-B4BE-58A0D44432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317fa9e7a4d9f"/>
          <a:stretch xmlns:a="http://schemas.openxmlformats.org/drawingml/2006/main"/>
        </p:blipFill>
        <p:spPr>
          <a:xfrm xmlns:a="http://schemas.openxmlformats.org/drawingml/2006/main">
            <a:off x="1047245" y="1524000"/>
            <a:ext cx="6649460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FEC5-C567-4CB7-A858-518000A0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Escolha informada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AB624-6493-40A0-9C1F-7EC63B2F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3000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Capacidade mínima, estrutura e região no mesmo filtro.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E0B0E-C676-4872-B8D2-F3FB6A5B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3000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A reserva permanece demonstrativa e depende de confirmação futura da OSC.</a:t>
            </a:r>
          </a:p>
        </p:txBody>
      </p:sp>
    </p:spTree>
    <p:extLst>
      <p:ext uri="{BB962C8B-B14F-4D97-AF65-F5344CB8AC3E}">
        <p14:creationId xmlns:p14="http://schemas.microsoft.com/office/powerpoint/2010/main" val="190259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4B6CB-51CF-44C4-A655-A371724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Perfis públicos das organizações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38A25-DACE-4BE5-8051-A594F713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66E59-33DE-4D3C-9268-47BBEC3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5DF2A-4EFE-47C5-9DD8-98F11F7FD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94701d5f14559"/>
          <a:stretch xmlns:a="http://schemas.openxmlformats.org/drawingml/2006/main"/>
        </p:blipFill>
        <p:spPr>
          <a:xfrm xmlns:a="http://schemas.openxmlformats.org/drawingml/2006/main">
            <a:off x="8018654" y="1476375"/>
            <a:ext cx="2155442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57C98-FD7A-4AD1-AB93-BF066B48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096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Área de atuação e região</a:t>
            </a:r>
          </a:p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Apresentação da organização</a:t>
            </a:r>
          </a:p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Atividades e espaços vinculados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5E999-6053-47EB-AAD0-7B394357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Conteúdo oficial pendente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EB0C1-C6A9-47C5-B26E-B8C6B04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Nomes, contatos, imagens e redes sociais aguardam confirmação da equipe.</a:t>
            </a:r>
          </a:p>
        </p:txBody>
      </p:sp>
    </p:spTree>
    <p:extLst>
      <p:ext uri="{BB962C8B-B14F-4D97-AF65-F5344CB8AC3E}">
        <p14:creationId xmlns:p14="http://schemas.microsoft.com/office/powerpoint/2010/main" val="274596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8394F-498B-45B4-B8D6-A74FC58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Consulta pública e acesso de apoiadores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83403-C77F-42F2-90B4-337961B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C324E-653F-4E8B-BE03-CC5644D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5FFE5-42B1-410E-AC7A-E85B7E218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fde2d7c0b43e5"/>
          <a:stretch xmlns:a="http://schemas.openxmlformats.org/drawingml/2006/main"/>
        </p:blipFill>
        <p:spPr>
          <a:xfrm xmlns:a="http://schemas.openxmlformats.org/drawingml/2006/main">
            <a:off x="1047245" y="1524000"/>
            <a:ext cx="6649460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47D74-387F-438C-8CA4-F33135C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Sem cadastro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F5B60-E447-4AF2-8054-C7937B5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O público explora atividades, espaços e perfis.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D09B5-3EE4-4FDA-9240-9437C3EA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3000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A área restrita está em preparação. Login e permissões ainda não existem.</a:t>
            </a:r>
          </a:p>
        </p:txBody>
      </p:sp>
    </p:spTree>
    <p:extLst>
      <p:ext uri="{BB962C8B-B14F-4D97-AF65-F5344CB8AC3E}">
        <p14:creationId xmlns:p14="http://schemas.microsoft.com/office/powerpoint/2010/main" val="1576238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5726-4D97-4578-8FEE-8B66564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Verificações de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ED162-1AFF-417E-8665-7D2DD0A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6A180-4C07-4499-BAB7-E57668A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15589-DC64-460C-900C-D1CF45FA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17 páginas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B3E73-0D78-4665-ACF1-985F4559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Conferidas em computador e celular por viewport, com verificação adicional em 320 px.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3BAD3-CCE3-4FF1-8CA0-0BB9E6A0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42 testes 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15B77-FC37-432F-9560-972609D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Filtros, validação e estados demonstrativos. Menu por teclado, foco visível e atalho para o conteúdo.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640C4-5E8C-462A-81CA-FEB38DF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Ainda falta validar navegadores adicionais, leitores de tela e dispositivos físicos.</a:t>
            </a:r>
          </a:p>
        </p:txBody>
      </p:sp>
    </p:spTree>
    <p:extLst>
      <p:ext uri="{BB962C8B-B14F-4D97-AF65-F5344CB8AC3E}">
        <p14:creationId xmlns:p14="http://schemas.microsoft.com/office/powerpoint/2010/main" val="97501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3EA93-F8D9-4A87-9514-8AC1ADA7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Decisões para validação da equipe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F023D-5D52-466A-BBAF-BA269FF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1FE9E-73C2-49F4-B8FC-87BE6B92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F3B1-E47F-4677-9C22-78419E8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Vagas esgotadas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1674E-1ACB-4C61-B1C3-BA6BBA60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Proposta: encerrar inscrições no MVP, sem lista de espera.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066BE-ED9A-42A1-AA56-1CBA306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Reserva de espaço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31CF3-0FEE-4C9C-B4AF-D7C3F1B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Proposta: pedido pendente até análise da OSC responsável.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AAA73-5C13-4856-B490-8C22C4E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Conteúdo restrito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995D8-4517-4A85-8C3D-C872335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Definir o que exige cadastro antes de implementar permissões.</a:t>
            </a:r>
          </a:p>
        </p:txBody>
      </p:sp>
    </p:spTree>
    <p:extLst>
      <p:ext uri="{BB962C8B-B14F-4D97-AF65-F5344CB8AC3E}">
        <p14:creationId xmlns:p14="http://schemas.microsoft.com/office/powerpoint/2010/main" val="356190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9965B-20BA-4DCB-B107-7BD144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Próximos passos para a entrega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68AF4-762E-4B9C-9676-6C86958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Grupo C / Proposta 3 / Protótipo de front / 15.10.2026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56CE4-A819-4DF5-AEE3-569B158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C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C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A25ED-A76D-4845-A2E6-5EE3C0EE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Conteúdo confirmado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3DABE-9562-4037-836B-9A57132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Receber identidade, seis OSCs, contatos, imagens autorizadas e decisões da equipe.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62598-D5C5-41B1-BB89-E55EFF03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Integração futura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3B70-BEF5-4247-9709-D832B04B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B2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26"/>
                </a:solidFill>
                <a:latin typeface="Arial"/>
                <a:ea typeface="Arial"/>
                <a:cs typeface="Arial"/>
              </a:rPr>
              <a:t>Persistir inscrições e pedidos, controlar vagas e agenda e implementar autenticação.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1C2F5-D872-48C6-8AFD-C3D902D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4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4B32"/>
                </a:solidFill>
                <a:latin typeface="Arial"/>
                <a:ea typeface="Arial"/>
                <a:cs typeface="Arial"/>
              </a:rPr>
              <a:t>O front pode ser demonstrado agora. O MVP completo depende dessas etapas e dos testes de ponta a ponta.</a:t>
            </a:r>
          </a:p>
        </p:txBody>
      </p:sp>
    </p:spTree>
    <p:extLst>
      <p:ext uri="{BB962C8B-B14F-4D97-AF65-F5344CB8AC3E}">
        <p14:creationId xmlns:p14="http://schemas.microsoft.com/office/powerpoint/2010/main" val="372996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2026-10-15T22:24:43.5330000Z</dcterms:created>
  <dcterms:modified xsi:type="dcterms:W3CDTF">2026-10-15T22:24:43.5330000Z</dcterms:modified>
</coreProperties>
</file>